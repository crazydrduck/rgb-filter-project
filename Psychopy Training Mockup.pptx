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A5C8F-44E3-4027-A9C7-F6EF94F3F0D2}" v="23" dt="2026-02-23T22:39:16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Søndergaard" userId="bf7956786dc81be2" providerId="LiveId" clId="{90C38965-60EC-4B86-B6F5-18CF1E82ECDA}"/>
    <pc:docChg chg="undo redo custSel addSld delSld modSld modMainMaster">
      <pc:chgData name="Kim Søndergaard" userId="bf7956786dc81be2" providerId="LiveId" clId="{90C38965-60EC-4B86-B6F5-18CF1E82ECDA}" dt="2026-02-23T22:39:49.961" v="702" actId="207"/>
      <pc:docMkLst>
        <pc:docMk/>
      </pc:docMkLst>
      <pc:sldChg chg="addSp delSp modSp mod setBg">
        <pc:chgData name="Kim Søndergaard" userId="bf7956786dc81be2" providerId="LiveId" clId="{90C38965-60EC-4B86-B6F5-18CF1E82ECDA}" dt="2026-02-23T22:39:49.961" v="702" actId="207"/>
        <pc:sldMkLst>
          <pc:docMk/>
          <pc:sldMk cId="1224232191" sldId="256"/>
        </pc:sldMkLst>
        <pc:spChg chg="add mod">
          <ac:chgData name="Kim Søndergaard" userId="bf7956786dc81be2" providerId="LiveId" clId="{90C38965-60EC-4B86-B6F5-18CF1E82ECDA}" dt="2026-02-23T22:39:27.928" v="700" actId="14861"/>
          <ac:spMkLst>
            <pc:docMk/>
            <pc:sldMk cId="1224232191" sldId="256"/>
            <ac:spMk id="6" creationId="{FB9003FC-D149-DE73-7E02-377CBBCF99C5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8" creationId="{8CE3F7C0-D558-ADF5-885A-3C7211F18947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9" creationId="{67AA18C5-FE31-E61E-1FAC-C26DF781B3C8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10" creationId="{820A1F29-54E1-8008-87BF-7ECA125F8E2D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11" creationId="{F4C43983-6FE4-6738-51DC-598A5084E65B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12" creationId="{1C3B73B8-B591-EB4F-8841-5FBFB1F1B95E}"/>
          </ac:spMkLst>
        </pc:spChg>
        <pc:spChg chg="add mod">
          <ac:chgData name="Kim Søndergaard" userId="bf7956786dc81be2" providerId="LiveId" clId="{90C38965-60EC-4B86-B6F5-18CF1E82ECDA}" dt="2026-02-23T22:39:49.961" v="702" actId="207"/>
          <ac:spMkLst>
            <pc:docMk/>
            <pc:sldMk cId="1224232191" sldId="256"/>
            <ac:spMk id="13" creationId="{93F93E2C-999C-DB4A-0E0E-B51C8DFBBB6E}"/>
          </ac:spMkLst>
        </pc:spChg>
        <pc:spChg chg="add mod">
          <ac:chgData name="Kim Søndergaard" userId="bf7956786dc81be2" providerId="LiveId" clId="{90C38965-60EC-4B86-B6F5-18CF1E82ECDA}" dt="2026-02-10T23:46:54.610" v="278" actId="1076"/>
          <ac:spMkLst>
            <pc:docMk/>
            <pc:sldMk cId="1224232191" sldId="256"/>
            <ac:spMk id="14" creationId="{4F3AA786-19B8-4765-299C-0FC52FB2BA23}"/>
          </ac:spMkLst>
        </pc:spChg>
        <pc:spChg chg="add mod">
          <ac:chgData name="Kim Søndergaard" userId="bf7956786dc81be2" providerId="LiveId" clId="{90C38965-60EC-4B86-B6F5-18CF1E82ECDA}" dt="2026-02-11T00:01:22.538" v="613" actId="20577"/>
          <ac:spMkLst>
            <pc:docMk/>
            <pc:sldMk cId="1224232191" sldId="256"/>
            <ac:spMk id="16" creationId="{C4F0457D-7389-6258-565B-FD6478405941}"/>
          </ac:spMkLst>
        </pc:spChg>
        <pc:grpChg chg="add mod">
          <ac:chgData name="Kim Søndergaard" userId="bf7956786dc81be2" providerId="LiveId" clId="{90C38965-60EC-4B86-B6F5-18CF1E82ECDA}" dt="2026-02-23T22:39:16.383" v="699" actId="14861"/>
          <ac:grpSpMkLst>
            <pc:docMk/>
            <pc:sldMk cId="1224232191" sldId="256"/>
            <ac:grpSpMk id="15" creationId="{B989A5E9-0EAF-7941-D1F5-64B4D44C8AA3}"/>
          </ac:grpSpMkLst>
        </pc:grpChg>
        <pc:picChg chg="add mod">
          <ac:chgData name="Kim Søndergaard" userId="bf7956786dc81be2" providerId="LiveId" clId="{90C38965-60EC-4B86-B6F5-18CF1E82ECDA}" dt="2026-02-10T23:46:47.540" v="277" actId="1076"/>
          <ac:picMkLst>
            <pc:docMk/>
            <pc:sldMk cId="1224232191" sldId="256"/>
            <ac:picMk id="5" creationId="{D5C5FFAD-C06F-6CA6-FE94-219E4FBBF449}"/>
          </ac:picMkLst>
        </pc:picChg>
        <pc:picChg chg="add mod">
          <ac:chgData name="Kim Søndergaard" userId="bf7956786dc81be2" providerId="LiveId" clId="{90C38965-60EC-4B86-B6F5-18CF1E82ECDA}" dt="2026-02-10T23:52:59.825" v="358" actId="14100"/>
          <ac:picMkLst>
            <pc:docMk/>
            <pc:sldMk cId="1224232191" sldId="256"/>
            <ac:picMk id="18" creationId="{0218A405-7710-BB7B-49D2-578A9B32C3F2}"/>
          </ac:picMkLst>
        </pc:picChg>
      </pc:sldChg>
      <pc:sldChg chg="addSp modSp add mod setBg">
        <pc:chgData name="Kim Søndergaard" userId="bf7956786dc81be2" providerId="LiveId" clId="{90C38965-60EC-4B86-B6F5-18CF1E82ECDA}" dt="2026-02-18T20:02:18.536" v="678"/>
        <pc:sldMkLst>
          <pc:docMk/>
          <pc:sldMk cId="4243332206" sldId="257"/>
        </pc:sldMkLst>
        <pc:spChg chg="mod">
          <ac:chgData name="Kim Søndergaard" userId="bf7956786dc81be2" providerId="LiveId" clId="{90C38965-60EC-4B86-B6F5-18CF1E82ECDA}" dt="2026-02-11T00:01:27.206" v="619" actId="20577"/>
          <ac:spMkLst>
            <pc:docMk/>
            <pc:sldMk cId="4243332206" sldId="257"/>
            <ac:spMk id="16" creationId="{C9FB003C-6BC5-4A05-2C1E-477A8A2190FC}"/>
          </ac:spMkLst>
        </pc:spChg>
        <pc:picChg chg="add mod">
          <ac:chgData name="Kim Søndergaard" userId="bf7956786dc81be2" providerId="LiveId" clId="{90C38965-60EC-4B86-B6F5-18CF1E82ECDA}" dt="2026-02-10T23:52:24.758" v="354" actId="14100"/>
          <ac:picMkLst>
            <pc:docMk/>
            <pc:sldMk cId="4243332206" sldId="257"/>
            <ac:picMk id="3" creationId="{F8E6DC71-D325-ECA2-FA3F-7DF0B48F66AC}"/>
          </ac:picMkLst>
        </pc:picChg>
      </pc:sldChg>
      <pc:sldChg chg="modSp add mod setBg">
        <pc:chgData name="Kim Søndergaard" userId="bf7956786dc81be2" providerId="LiveId" clId="{90C38965-60EC-4B86-B6F5-18CF1E82ECDA}" dt="2026-02-18T20:02:18.536" v="678"/>
        <pc:sldMkLst>
          <pc:docMk/>
          <pc:sldMk cId="2624894984" sldId="258"/>
        </pc:sldMkLst>
        <pc:spChg chg="mod">
          <ac:chgData name="Kim Søndergaard" userId="bf7956786dc81be2" providerId="LiveId" clId="{90C38965-60EC-4B86-B6F5-18CF1E82ECDA}" dt="2026-02-11T00:01:32.954" v="625" actId="20577"/>
          <ac:spMkLst>
            <pc:docMk/>
            <pc:sldMk cId="2624894984" sldId="258"/>
            <ac:spMk id="16" creationId="{5622EC70-59B3-DCBB-2292-D0999A52BCC8}"/>
          </ac:spMkLst>
        </pc:spChg>
      </pc:sldChg>
      <pc:sldChg chg="addSp delSp modSp add mod setBg">
        <pc:chgData name="Kim Søndergaard" userId="bf7956786dc81be2" providerId="LiveId" clId="{90C38965-60EC-4B86-B6F5-18CF1E82ECDA}" dt="2026-02-18T20:02:18.536" v="678"/>
        <pc:sldMkLst>
          <pc:docMk/>
          <pc:sldMk cId="2797616295" sldId="259"/>
        </pc:sldMkLst>
        <pc:spChg chg="add mod">
          <ac:chgData name="Kim Søndergaard" userId="bf7956786dc81be2" providerId="LiveId" clId="{90C38965-60EC-4B86-B6F5-18CF1E82ECDA}" dt="2026-02-10T23:55:20.416" v="438" actId="1076"/>
          <ac:spMkLst>
            <pc:docMk/>
            <pc:sldMk cId="2797616295" sldId="259"/>
            <ac:spMk id="7" creationId="{B0ECBC16-53A9-E820-61EE-83888BB768D5}"/>
          </ac:spMkLst>
        </pc:spChg>
        <pc:spChg chg="add del">
          <ac:chgData name="Kim Søndergaard" userId="bf7956786dc81be2" providerId="LiveId" clId="{90C38965-60EC-4B86-B6F5-18CF1E82ECDA}" dt="2026-02-10T23:54:11.296" v="413" actId="478"/>
          <ac:spMkLst>
            <pc:docMk/>
            <pc:sldMk cId="2797616295" sldId="259"/>
            <ac:spMk id="8" creationId="{DF4411BC-A0C8-4E87-FC6C-DF3FD3E52031}"/>
          </ac:spMkLst>
        </pc:spChg>
        <pc:spChg chg="add del">
          <ac:chgData name="Kim Søndergaard" userId="bf7956786dc81be2" providerId="LiveId" clId="{90C38965-60EC-4B86-B6F5-18CF1E82ECDA}" dt="2026-02-10T23:54:11.448" v="414" actId="478"/>
          <ac:spMkLst>
            <pc:docMk/>
            <pc:sldMk cId="2797616295" sldId="259"/>
            <ac:spMk id="9" creationId="{48EC9D6D-D365-FCCA-4104-8F523CF488F7}"/>
          </ac:spMkLst>
        </pc:spChg>
        <pc:spChg chg="add del">
          <ac:chgData name="Kim Søndergaard" userId="bf7956786dc81be2" providerId="LiveId" clId="{90C38965-60EC-4B86-B6F5-18CF1E82ECDA}" dt="2026-02-10T23:54:11.788" v="415" actId="478"/>
          <ac:spMkLst>
            <pc:docMk/>
            <pc:sldMk cId="2797616295" sldId="259"/>
            <ac:spMk id="10" creationId="{F4307C65-0791-01BA-A9D9-4A5923C0C31D}"/>
          </ac:spMkLst>
        </pc:spChg>
        <pc:spChg chg="mod">
          <ac:chgData name="Kim Søndergaard" userId="bf7956786dc81be2" providerId="LiveId" clId="{90C38965-60EC-4B86-B6F5-18CF1E82ECDA}" dt="2026-02-10T23:54:19.398" v="416" actId="207"/>
          <ac:spMkLst>
            <pc:docMk/>
            <pc:sldMk cId="2797616295" sldId="259"/>
            <ac:spMk id="11" creationId="{AD425671-30B4-1184-81CF-696D10ECB2EB}"/>
          </ac:spMkLst>
        </pc:spChg>
        <pc:spChg chg="mod">
          <ac:chgData name="Kim Søndergaard" userId="bf7956786dc81be2" providerId="LiveId" clId="{90C38965-60EC-4B86-B6F5-18CF1E82ECDA}" dt="2026-02-10T23:58:10.936" v="511" actId="20577"/>
          <ac:spMkLst>
            <pc:docMk/>
            <pc:sldMk cId="2797616295" sldId="259"/>
            <ac:spMk id="14" creationId="{E3765D0C-57F0-E5D7-4871-AC3124FE9A0B}"/>
          </ac:spMkLst>
        </pc:spChg>
        <pc:spChg chg="mod">
          <ac:chgData name="Kim Søndergaard" userId="bf7956786dc81be2" providerId="LiveId" clId="{90C38965-60EC-4B86-B6F5-18CF1E82ECDA}" dt="2026-02-11T00:01:38.730" v="631" actId="20577"/>
          <ac:spMkLst>
            <pc:docMk/>
            <pc:sldMk cId="2797616295" sldId="259"/>
            <ac:spMk id="16" creationId="{0F386B63-696C-A0D0-3D63-6DDDAE30964F}"/>
          </ac:spMkLst>
        </pc:spChg>
        <pc:spChg chg="add mod">
          <ac:chgData name="Kim Søndergaard" userId="bf7956786dc81be2" providerId="LiveId" clId="{90C38965-60EC-4B86-B6F5-18CF1E82ECDA}" dt="2026-02-10T23:55:30.922" v="444" actId="20577"/>
          <ac:spMkLst>
            <pc:docMk/>
            <pc:sldMk cId="2797616295" sldId="259"/>
            <ac:spMk id="17" creationId="{BF1B841B-DEDB-1092-4630-F1C250ACC285}"/>
          </ac:spMkLst>
        </pc:spChg>
        <pc:spChg chg="add mod">
          <ac:chgData name="Kim Søndergaard" userId="bf7956786dc81be2" providerId="LiveId" clId="{90C38965-60EC-4B86-B6F5-18CF1E82ECDA}" dt="2026-02-10T23:59:13.068" v="523" actId="1076"/>
          <ac:spMkLst>
            <pc:docMk/>
            <pc:sldMk cId="2797616295" sldId="259"/>
            <ac:spMk id="25" creationId="{0AE04E01-A96F-6CF2-19E0-4E42C2251DA1}"/>
          </ac:spMkLst>
        </pc:spChg>
        <pc:cxnChg chg="add mod">
          <ac:chgData name="Kim Søndergaard" userId="bf7956786dc81be2" providerId="LiveId" clId="{90C38965-60EC-4B86-B6F5-18CF1E82ECDA}" dt="2026-02-10T23:55:01.605" v="423" actId="1076"/>
          <ac:cxnSpMkLst>
            <pc:docMk/>
            <pc:sldMk cId="2797616295" sldId="259"/>
            <ac:cxnSpMk id="3" creationId="{54BCB329-10F6-3D12-7291-88620203E573}"/>
          </ac:cxnSpMkLst>
        </pc:cxnChg>
        <pc:cxnChg chg="add mod">
          <ac:chgData name="Kim Søndergaard" userId="bf7956786dc81be2" providerId="LiveId" clId="{90C38965-60EC-4B86-B6F5-18CF1E82ECDA}" dt="2026-02-10T23:55:59.168" v="450" actId="1076"/>
          <ac:cxnSpMkLst>
            <pc:docMk/>
            <pc:sldMk cId="2797616295" sldId="259"/>
            <ac:cxnSpMk id="18" creationId="{11EB8C29-857F-7489-73DF-3E4A7AE37BA9}"/>
          </ac:cxnSpMkLst>
        </pc:cxnChg>
        <pc:cxnChg chg="add mod">
          <ac:chgData name="Kim Søndergaard" userId="bf7956786dc81be2" providerId="LiveId" clId="{90C38965-60EC-4B86-B6F5-18CF1E82ECDA}" dt="2026-02-10T23:56:09.743" v="452" actId="1076"/>
          <ac:cxnSpMkLst>
            <pc:docMk/>
            <pc:sldMk cId="2797616295" sldId="259"/>
            <ac:cxnSpMk id="21" creationId="{2C7240DF-80D2-4172-84ED-8AD4D9623402}"/>
          </ac:cxnSpMkLst>
        </pc:cxnChg>
        <pc:cxnChg chg="add mod">
          <ac:chgData name="Kim Søndergaard" userId="bf7956786dc81be2" providerId="LiveId" clId="{90C38965-60EC-4B86-B6F5-18CF1E82ECDA}" dt="2026-02-10T23:59:12" v="520" actId="1076"/>
          <ac:cxnSpMkLst>
            <pc:docMk/>
            <pc:sldMk cId="2797616295" sldId="259"/>
            <ac:cxnSpMk id="22" creationId="{01DEC84C-212D-1DCC-7EC3-9B099000747C}"/>
          </ac:cxnSpMkLst>
        </pc:cxnChg>
        <pc:cxnChg chg="add mod">
          <ac:chgData name="Kim Søndergaard" userId="bf7956786dc81be2" providerId="LiveId" clId="{90C38965-60EC-4B86-B6F5-18CF1E82ECDA}" dt="2026-02-10T23:56:41.152" v="457" actId="1076"/>
          <ac:cxnSpMkLst>
            <pc:docMk/>
            <pc:sldMk cId="2797616295" sldId="259"/>
            <ac:cxnSpMk id="23" creationId="{9D5869FC-998F-9192-1EFC-C2D112EA5411}"/>
          </ac:cxnSpMkLst>
        </pc:cxnChg>
        <pc:cxnChg chg="add mod">
          <ac:chgData name="Kim Søndergaard" userId="bf7956786dc81be2" providerId="LiveId" clId="{90C38965-60EC-4B86-B6F5-18CF1E82ECDA}" dt="2026-02-10T23:56:49.650" v="459" actId="1076"/>
          <ac:cxnSpMkLst>
            <pc:docMk/>
            <pc:sldMk cId="2797616295" sldId="259"/>
            <ac:cxnSpMk id="24" creationId="{EE19D44D-B274-2FA7-BBEB-8597CF19A52D}"/>
          </ac:cxnSpMkLst>
        </pc:cxnChg>
      </pc:sldChg>
      <pc:sldChg chg="addSp delSp modSp add mod setBg">
        <pc:chgData name="Kim Søndergaard" userId="bf7956786dc81be2" providerId="LiveId" clId="{90C38965-60EC-4B86-B6F5-18CF1E82ECDA}" dt="2026-02-18T20:02:18.536" v="678"/>
        <pc:sldMkLst>
          <pc:docMk/>
          <pc:sldMk cId="451214242" sldId="260"/>
        </pc:sldMkLst>
        <pc:spChg chg="add mod">
          <ac:chgData name="Kim Søndergaard" userId="bf7956786dc81be2" providerId="LiveId" clId="{90C38965-60EC-4B86-B6F5-18CF1E82ECDA}" dt="2026-02-11T00:02:36.058" v="671" actId="1076"/>
          <ac:spMkLst>
            <pc:docMk/>
            <pc:sldMk cId="451214242" sldId="260"/>
            <ac:spMk id="2" creationId="{AF528193-8F73-B70A-EAF6-DCA9D5D6A457}"/>
          </ac:spMkLst>
        </pc:spChg>
        <pc:spChg chg="mod">
          <ac:chgData name="Kim Søndergaard" userId="bf7956786dc81be2" providerId="LiveId" clId="{90C38965-60EC-4B86-B6F5-18CF1E82ECDA}" dt="2026-02-11T00:01:58.651" v="642" actId="1076"/>
          <ac:spMkLst>
            <pc:docMk/>
            <pc:sldMk cId="451214242" sldId="260"/>
            <ac:spMk id="14" creationId="{2B2DD861-9B8F-23AA-A94B-AF3F81C2F104}"/>
          </ac:spMkLst>
        </pc:spChg>
        <pc:spChg chg="mod">
          <ac:chgData name="Kim Søndergaard" userId="bf7956786dc81be2" providerId="LiveId" clId="{90C38965-60EC-4B86-B6F5-18CF1E82ECDA}" dt="2026-02-11T00:01:44.741" v="637" actId="20577"/>
          <ac:spMkLst>
            <pc:docMk/>
            <pc:sldMk cId="451214242" sldId="260"/>
            <ac:spMk id="16" creationId="{F95B7587-5D47-F7CF-60B0-69123068AE8D}"/>
          </ac:spMkLst>
        </pc:spChg>
      </pc:sldChg>
      <pc:sldChg chg="addSp modSp add mod setBg">
        <pc:chgData name="Kim Søndergaard" userId="bf7956786dc81be2" providerId="LiveId" clId="{90C38965-60EC-4B86-B6F5-18CF1E82ECDA}" dt="2026-02-18T20:02:18.536" v="678"/>
        <pc:sldMkLst>
          <pc:docMk/>
          <pc:sldMk cId="1010105250" sldId="261"/>
        </pc:sldMkLst>
        <pc:picChg chg="add mod">
          <ac:chgData name="Kim Søndergaard" userId="bf7956786dc81be2" providerId="LiveId" clId="{90C38965-60EC-4B86-B6F5-18CF1E82ECDA}" dt="2026-02-11T00:18:12.295" v="676" actId="14100"/>
          <ac:picMkLst>
            <pc:docMk/>
            <pc:sldMk cId="1010105250" sldId="261"/>
            <ac:picMk id="3" creationId="{C1BEBF22-411A-BEB3-4A17-B17DDAE0E787}"/>
          </ac:picMkLst>
        </pc:picChg>
      </pc:sldChg>
      <pc:sldMasterChg chg="setBg modSldLayout">
        <pc:chgData name="Kim Søndergaard" userId="bf7956786dc81be2" providerId="LiveId" clId="{90C38965-60EC-4B86-B6F5-18CF1E82ECDA}" dt="2026-02-18T20:02:18.536" v="678"/>
        <pc:sldMasterMkLst>
          <pc:docMk/>
          <pc:sldMasterMk cId="2688652427" sldId="2147483648"/>
        </pc:sldMasterMkLst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4072732645" sldId="2147483649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1549709013" sldId="2147483650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3047584536" sldId="2147483651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1382594562" sldId="2147483652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2927006945" sldId="2147483653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3485117322" sldId="2147483654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2484942796" sldId="2147483655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3218531882" sldId="2147483656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4001849483" sldId="2147483657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3569627288" sldId="2147483658"/>
          </pc:sldLayoutMkLst>
        </pc:sldLayoutChg>
        <pc:sldLayoutChg chg="setBg">
          <pc:chgData name="Kim Søndergaard" userId="bf7956786dc81be2" providerId="LiveId" clId="{90C38965-60EC-4B86-B6F5-18CF1E82ECDA}" dt="2026-02-18T20:02:18.536" v="678"/>
          <pc:sldLayoutMkLst>
            <pc:docMk/>
            <pc:sldMasterMk cId="2688652427" sldId="2147483648"/>
            <pc:sldLayoutMk cId="256184127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35CE-AC40-7CFF-8F79-1B2484915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22F02-C762-EB61-9E09-3412DE437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DF7E-782B-1097-E8C7-C9544783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BC64-FFEE-A361-96D7-C12A0BAE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B78DE-C0E2-DD8F-B661-0358EE13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273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D667-4F81-9100-A29C-9CF5419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79B8-9154-DCF8-4378-1E7B6116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A5EA7-FF26-F1B6-A18A-EC7BEFEB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EFF0-992B-0E76-CACB-B2D92BC3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9865C-8E24-55A8-8B15-0D94E823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4970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4CF9-558B-A424-FDFC-D9A341F9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9F184-5823-988D-AF69-065C200A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0ECD5-9AD4-C46C-D2A2-CAAE16DB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6A7C-CEA7-4ED4-27E4-D8C60E60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2CF8F-B746-A6CD-FF34-0C2BF4CC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758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25BA-2C21-5857-1BC5-9A421F58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7FA84-6BDA-88D0-D9FD-8A588ECE8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1D56B-C918-643C-BEBD-DA1E36466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2CB40-8C68-5DF2-97A5-F1FDA114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857F9-1781-AE54-C448-DCAEDED5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CB521-02F1-20E6-5E22-1D8112FB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2594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F86C-07A2-67BF-2488-3C989C5B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B607F-3B1C-BD04-0EF9-458BE542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6B515-6771-1501-B979-6952517B7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4776E-4A85-DEC0-0CEA-BCCA5A6F3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1469F-E4AB-0CD2-38B8-B557B3C6E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D2302-0465-8571-9C11-10467477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83EFA-C6B9-CD1A-4EE9-FD609CF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54658-788F-9550-A7A4-F7930D47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700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586C-386B-F62C-A52A-ED828C33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B1E17-1B8F-4B51-D9D6-D904A562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7A629-85A7-DC03-DA0B-93B130CB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50E08-A9F2-155D-A10A-30D2C0F6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511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1CF0A-2A2D-AFEA-85F0-62C3DECD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24A41-25E0-2CB0-DF0A-54BC63C8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B05DE-E4E4-B82E-EFFD-2182B56F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8494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5A72-9DEA-BFCF-A63E-930393F3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53889-E12F-A20D-37A0-20081C44D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8D4AF-8BF1-7103-D323-9B9648D7C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CD4CD-66C1-E75E-33F8-81D0CA80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72755-8F31-76F1-393E-8EEE982E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F8E27-1391-62F1-43FF-3A5BC1A7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853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71D0-04F5-4571-380C-A5854B5F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E239F-ECDB-145B-5AB9-6F3C95BFF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3305B-32FB-E0EA-224B-AC813D95A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E29A1-9FC4-740C-C0B9-5CAB041A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2FE4E-BDCB-DD0B-90C5-6D562405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641A2-E6CB-3956-CB3E-837569F2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184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6E86-DA7C-A527-C121-8B977D79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FFD1E-A14E-0693-A609-9685A23B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0BD6-C467-DC6D-D34A-EBC5D67E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BF11A-E486-7A42-D026-1C9B23A7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099A0-C464-59B9-91B8-4B915BB7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962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CBF2A-73A2-D929-1687-3A5F422FE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90F98-90CC-DECD-DD2D-D54E47F13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E31C2-0D57-AB69-310A-6C032EB0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2C43A-D292-72FA-860C-924DE5CA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F046B-AA44-7264-A799-D45969AC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184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CA2E0-F725-9875-3CB6-36FFA7ED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47F08-4664-AE8E-2B3F-859CC2F6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C3D67-9AB2-000C-8E46-9FE4A45AC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8EB66-832D-40BC-ABB9-C33618E8AD46}" type="datetimeFigureOut">
              <a:rPr lang="en-DK" smtClean="0"/>
              <a:t>20/02/2026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57547-1952-2A2D-9052-76EF1EA38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468D-DC60-22A8-6923-BA952EE24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781DB-120F-4237-A03F-87FB23D48C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8865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5FFAD-C06F-6CA6-FE94-219E4FBBF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989A5E9-0EAF-7941-D1F5-64B4D44C8AA3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  <a:effectLst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9003FC-D149-DE73-7E02-377CBBCF99C5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Color##</a:t>
              </a:r>
              <a:endParaRPr lang="en-DK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E3F7C0-D558-ADF5-885A-3C7211F18947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Yellow</a:t>
              </a:r>
              <a:endParaRPr lang="en-DK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AA18C5-FE31-E61E-1FAC-C26DF781B3C8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Lime green</a:t>
              </a:r>
              <a:endParaRPr lang="en-DK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0A1F29-54E1-8008-87BF-7ECA125F8E2D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Green</a:t>
              </a:r>
              <a:endParaRPr lang="en-DK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C43983-6FE4-6738-51DC-598A5084E65B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Turquoise</a:t>
              </a:r>
              <a:endParaRPr lang="en-DK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3B73B8-B591-EB4F-8841-5FBFB1F1B95E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Blue</a:t>
              </a:r>
              <a:endParaRPr lang="en-DK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F93E2C-999C-DB4A-0E0E-B51C8DFBBB6E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rgbClr val="A9A9A9"/>
            </a:solidFill>
            <a:ln w="190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Purple</a:t>
              </a:r>
              <a:endParaRPr lang="en-DK" b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F3AA786-19B8-4765-299C-0FC52FB2BA23}"/>
              </a:ext>
            </a:extLst>
          </p:cNvPr>
          <p:cNvSpPr txBox="1"/>
          <p:nvPr/>
        </p:nvSpPr>
        <p:spPr>
          <a:xfrm>
            <a:off x="616591" y="306505"/>
            <a:ext cx="705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the spacebar to shuffle through the filters to recognize the color.</a:t>
            </a:r>
          </a:p>
          <a:p>
            <a:r>
              <a:rPr lang="en-US" dirty="0"/>
              <a:t>Press the button of the color you think it corresponds to.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0457D-7389-6258-565B-FD6478405941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18A405-7710-BB7B-49D2-578A9B32C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3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45FD-E118-0500-AD26-F134A7FE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81B3F3-CE33-8827-C611-3FFDD9FF2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64AF200-45B0-7953-9B6B-117D359A3F2D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CDF578-B3A7-E278-9897-0758C837AE97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Red</a:t>
              </a:r>
              <a:endParaRPr lang="en-DK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74BAC4-5A98-A744-9238-8C0351D40A9A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Yellow</a:t>
              </a:r>
              <a:endParaRPr lang="en-DK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133DEE-5B68-A706-14E6-79A70F4C6F9C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Lime green</a:t>
              </a:r>
              <a:endParaRPr lang="en-DK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662C57-CC34-7030-F3E7-79104FFDCD28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Green</a:t>
              </a:r>
              <a:endParaRPr lang="en-DK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6FD593-4D7E-B3FA-86AC-5FF225E34196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Turquoise</a:t>
              </a:r>
              <a:endParaRPr lang="en-DK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D8B540-4C1C-6D49-23E5-2A5AC2B6A2D1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Blue</a:t>
              </a:r>
              <a:endParaRPr lang="en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F9EF8B-853E-9EE4-125F-FE480532F025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Purple</a:t>
              </a:r>
              <a:endParaRPr lang="en-DK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A756F68-19C6-3423-39F9-2B022ACD8E50}"/>
              </a:ext>
            </a:extLst>
          </p:cNvPr>
          <p:cNvSpPr txBox="1"/>
          <p:nvPr/>
        </p:nvSpPr>
        <p:spPr>
          <a:xfrm>
            <a:off x="616591" y="306505"/>
            <a:ext cx="705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the spacebar to shuffle through the filters to recognize the color.</a:t>
            </a:r>
          </a:p>
          <a:p>
            <a:r>
              <a:rPr lang="en-US" dirty="0"/>
              <a:t>Press the button of the color you think it corresponds to.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FB003C-6BC5-4A05-2C1E-477A8A2190FC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6DC71-D325-ECA2-FA3F-7DF0B48F6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3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6B29-774D-035B-638F-17EB51E5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FBD0A-14B8-4AD3-AA1D-CEF442EBB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31037DD-0BAC-70A2-C6A5-863A1C8B7DF2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43065B-D1A8-B49F-4907-E785CA59A33B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Red</a:t>
              </a:r>
              <a:endParaRPr lang="en-DK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4875A2-FDEB-A176-02E6-61D2E9C70C32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Yellow</a:t>
              </a:r>
              <a:endParaRPr lang="en-DK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F048C8-3E4B-0DA4-C724-C2F2689F53E4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Lime green</a:t>
              </a:r>
              <a:endParaRPr lang="en-DK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47CD78-9574-9598-A083-EE9BA8CC738B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Green</a:t>
              </a:r>
              <a:endParaRPr lang="en-DK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952930-CDD0-EF18-8AF1-9FB5595D22C2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Turquoise</a:t>
              </a:r>
              <a:endParaRPr lang="en-DK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0217DF-0828-BA6D-4E00-B762018E5439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Blue</a:t>
              </a:r>
              <a:endParaRPr lang="en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D1794-09D7-87AE-3215-140DB1F2F1B2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Purple</a:t>
              </a:r>
              <a:endParaRPr lang="en-DK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7481B3-547C-7588-2FB9-A26D13C6036E}"/>
              </a:ext>
            </a:extLst>
          </p:cNvPr>
          <p:cNvSpPr txBox="1"/>
          <p:nvPr/>
        </p:nvSpPr>
        <p:spPr>
          <a:xfrm>
            <a:off x="616591" y="306505"/>
            <a:ext cx="705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the spacebar to shuffle through the filters to recognize the color.</a:t>
            </a:r>
          </a:p>
          <a:p>
            <a:r>
              <a:rPr lang="en-US" dirty="0"/>
              <a:t>Press the button of the color you think it corresponds to.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2EC70-59B3-DCBB-2292-D0999A52BCC8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</p:spTree>
    <p:extLst>
      <p:ext uri="{BB962C8B-B14F-4D97-AF65-F5344CB8AC3E}">
        <p14:creationId xmlns:p14="http://schemas.microsoft.com/office/powerpoint/2010/main" val="262489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9F29-6017-55A6-249F-A12D7861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8DDFF-BB7B-16A7-81E0-52DA918DA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CFE016D-04C6-D97C-189B-58B89B3C3357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4DEB11-90B4-4A01-1B68-4C3E8D4DA67F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Red</a:t>
              </a:r>
              <a:endParaRPr lang="en-DK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F6457C-D58C-7E19-E5FD-1B30A4E83DCB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Yellow</a:t>
              </a:r>
              <a:endParaRPr lang="en-DK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9B40AF-C066-F233-804A-D305799D1CC5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Lime green</a:t>
              </a:r>
              <a:endParaRPr lang="en-DK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C11E96-5D0D-0763-DC97-E47C80CACE77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Green</a:t>
              </a:r>
              <a:endParaRPr lang="en-DK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19379D-192A-27B3-2D19-FC605108D1BA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Turquoise</a:t>
              </a:r>
              <a:endParaRPr lang="en-DK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0C3FA0-A552-1225-C20D-C264DEE10B33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Blue</a:t>
              </a:r>
              <a:endParaRPr lang="en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AAC680-660D-11B3-FD72-476F65204459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Purple</a:t>
              </a:r>
              <a:endParaRPr lang="en-DK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A3AD23-9FB7-4E21-34F0-C3585C491614}"/>
              </a:ext>
            </a:extLst>
          </p:cNvPr>
          <p:cNvSpPr txBox="1"/>
          <p:nvPr/>
        </p:nvSpPr>
        <p:spPr>
          <a:xfrm>
            <a:off x="616591" y="306505"/>
            <a:ext cx="705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the spacebar to shuffle through the filters to recognize the color.</a:t>
            </a:r>
          </a:p>
          <a:p>
            <a:r>
              <a:rPr lang="en-US" dirty="0"/>
              <a:t>Press the button of the color you think it corresponds to.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973B24-E507-2E86-0068-3A0A25F029D7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EBF22-411A-BEB3-4A17-B17DDAE0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9" y="1146965"/>
            <a:ext cx="5148618" cy="51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0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BB1A-D88E-F6E0-2ECE-26B778B2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32CDA8F-0BAD-1665-D71F-D48FDBAE92B3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67C216-FD25-E8C4-5AFC-6F15AF5547D0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Red</a:t>
              </a:r>
              <a:endParaRPr lang="en-DK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4411BC-A0C8-4E87-FC6C-DF3FD3E52031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Yellow</a:t>
              </a:r>
              <a:endParaRPr lang="en-DK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EC9D6D-D365-FCCA-4104-8F523CF488F7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Lime green</a:t>
              </a:r>
              <a:endParaRPr lang="en-DK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307C65-0791-01BA-A9D9-4A5923C0C31D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Green</a:t>
              </a:r>
              <a:endParaRPr lang="en-DK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425671-30B4-1184-81CF-696D10ECB2EB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Turquoise</a:t>
              </a:r>
              <a:endParaRPr lang="en-DK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3A5B85-56AB-FEE6-12D9-7BF67A1F582D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Blue</a:t>
              </a:r>
              <a:endParaRPr lang="en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C8DB4A-D54F-FCA4-CDF2-1419DDF3FAFF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Purple</a:t>
              </a:r>
              <a:endParaRPr lang="en-DK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3765D0C-57F0-E5D7-4871-AC3124FE9A0B}"/>
              </a:ext>
            </a:extLst>
          </p:cNvPr>
          <p:cNvSpPr txBox="1"/>
          <p:nvPr/>
        </p:nvSpPr>
        <p:spPr>
          <a:xfrm>
            <a:off x="616591" y="306505"/>
            <a:ext cx="4349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confident in your answer are you?</a:t>
            </a:r>
          </a:p>
          <a:p>
            <a:r>
              <a:rPr lang="en-US" dirty="0"/>
              <a:t>Drag the slider to the corresponding point.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386B63-696C-A0D0-3D63-6DDDAE30964F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BCB329-10F6-3D12-7291-88620203E573}"/>
              </a:ext>
            </a:extLst>
          </p:cNvPr>
          <p:cNvCxnSpPr>
            <a:cxnSpLocks/>
          </p:cNvCxnSpPr>
          <p:nvPr/>
        </p:nvCxnSpPr>
        <p:spPr>
          <a:xfrm>
            <a:off x="1485900" y="4452468"/>
            <a:ext cx="609176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CBC16-53A9-E820-61EE-83888BB768D5}"/>
              </a:ext>
            </a:extLst>
          </p:cNvPr>
          <p:cNvSpPr txBox="1"/>
          <p:nvPr/>
        </p:nvSpPr>
        <p:spPr>
          <a:xfrm>
            <a:off x="249767" y="4663530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confident</a:t>
            </a:r>
            <a:endParaRPr lang="en-DK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B841B-DEDB-1092-4630-F1C250ACC285}"/>
              </a:ext>
            </a:extLst>
          </p:cNvPr>
          <p:cNvSpPr txBox="1"/>
          <p:nvPr/>
        </p:nvSpPr>
        <p:spPr>
          <a:xfrm>
            <a:off x="6989234" y="4663530"/>
            <a:ext cx="161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confident</a:t>
            </a:r>
            <a:endParaRPr lang="en-DK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EB8C29-857F-7489-73DF-3E4A7AE37BA9}"/>
              </a:ext>
            </a:extLst>
          </p:cNvPr>
          <p:cNvCxnSpPr>
            <a:cxnSpLocks/>
          </p:cNvCxnSpPr>
          <p:nvPr/>
        </p:nvCxnSpPr>
        <p:spPr>
          <a:xfrm flipV="1">
            <a:off x="1485900" y="4228600"/>
            <a:ext cx="0" cy="44773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7240DF-80D2-4172-84ED-8AD4D9623402}"/>
              </a:ext>
            </a:extLst>
          </p:cNvPr>
          <p:cNvCxnSpPr>
            <a:cxnSpLocks/>
          </p:cNvCxnSpPr>
          <p:nvPr/>
        </p:nvCxnSpPr>
        <p:spPr>
          <a:xfrm flipV="1">
            <a:off x="7577666" y="4228600"/>
            <a:ext cx="0" cy="44773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DEC84C-212D-1DCC-7EC3-9B099000747C}"/>
              </a:ext>
            </a:extLst>
          </p:cNvPr>
          <p:cNvCxnSpPr>
            <a:cxnSpLocks/>
          </p:cNvCxnSpPr>
          <p:nvPr/>
        </p:nvCxnSpPr>
        <p:spPr>
          <a:xfrm flipV="1">
            <a:off x="4611657" y="4215795"/>
            <a:ext cx="0" cy="44773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5869FC-998F-9192-1EFC-C2D112EA5411}"/>
              </a:ext>
            </a:extLst>
          </p:cNvPr>
          <p:cNvCxnSpPr>
            <a:cxnSpLocks/>
          </p:cNvCxnSpPr>
          <p:nvPr/>
        </p:nvCxnSpPr>
        <p:spPr>
          <a:xfrm flipV="1">
            <a:off x="6096000" y="4215794"/>
            <a:ext cx="0" cy="44773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19D44D-B274-2FA7-BBEB-8597CF19A52D}"/>
              </a:ext>
            </a:extLst>
          </p:cNvPr>
          <p:cNvCxnSpPr>
            <a:cxnSpLocks/>
          </p:cNvCxnSpPr>
          <p:nvPr/>
        </p:nvCxnSpPr>
        <p:spPr>
          <a:xfrm flipV="1">
            <a:off x="3040032" y="4228600"/>
            <a:ext cx="0" cy="44773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AE04E01-A96F-6CF2-19E0-4E42C2251DA1}"/>
              </a:ext>
            </a:extLst>
          </p:cNvPr>
          <p:cNvSpPr/>
          <p:nvPr/>
        </p:nvSpPr>
        <p:spPr>
          <a:xfrm>
            <a:off x="1250699" y="4228600"/>
            <a:ext cx="470400" cy="470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9761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6E72-EF3E-BAB8-1E74-30976158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18556F6-D8A7-85E2-00AF-37D880D7ABB3}"/>
              </a:ext>
            </a:extLst>
          </p:cNvPr>
          <p:cNvGrpSpPr/>
          <p:nvPr/>
        </p:nvGrpSpPr>
        <p:grpSpPr>
          <a:xfrm>
            <a:off x="9392164" y="1846225"/>
            <a:ext cx="1883392" cy="3750098"/>
            <a:chOff x="7819228" y="1318940"/>
            <a:chExt cx="1883392" cy="37500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BD58CB2-7264-8EA3-2BF9-C9E9180282F6}"/>
                </a:ext>
              </a:extLst>
            </p:cNvPr>
            <p:cNvSpPr txBox="1"/>
            <p:nvPr/>
          </p:nvSpPr>
          <p:spPr>
            <a:xfrm>
              <a:off x="7819228" y="1318940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Red</a:t>
              </a:r>
              <a:endParaRPr lang="en-DK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266AFF-28AF-7694-9ED4-091AD1B39D48}"/>
                </a:ext>
              </a:extLst>
            </p:cNvPr>
            <p:cNvSpPr txBox="1"/>
            <p:nvPr/>
          </p:nvSpPr>
          <p:spPr>
            <a:xfrm>
              <a:off x="7819228" y="1882401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Yellow</a:t>
              </a:r>
              <a:endParaRPr lang="en-DK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F30BEA-8BF4-7C7B-5F4E-548C43AF6CE5}"/>
                </a:ext>
              </a:extLst>
            </p:cNvPr>
            <p:cNvSpPr txBox="1"/>
            <p:nvPr/>
          </p:nvSpPr>
          <p:spPr>
            <a:xfrm>
              <a:off x="7819228" y="2445862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Lime green</a:t>
              </a:r>
              <a:endParaRPr lang="en-DK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E8FE8F-A0E4-EB56-9730-769DCCC75172}"/>
                </a:ext>
              </a:extLst>
            </p:cNvPr>
            <p:cNvSpPr txBox="1"/>
            <p:nvPr/>
          </p:nvSpPr>
          <p:spPr>
            <a:xfrm>
              <a:off x="7819228" y="3009323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Green</a:t>
              </a:r>
              <a:endParaRPr lang="en-DK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3B7873-43A5-70F5-02F0-5C0135ADBE31}"/>
                </a:ext>
              </a:extLst>
            </p:cNvPr>
            <p:cNvSpPr txBox="1"/>
            <p:nvPr/>
          </p:nvSpPr>
          <p:spPr>
            <a:xfrm>
              <a:off x="7819228" y="3572784"/>
              <a:ext cx="1883392" cy="36933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Turquoise</a:t>
              </a:r>
              <a:endParaRPr lang="en-DK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403966-8ECA-4B1D-6376-86DE9866592B}"/>
                </a:ext>
              </a:extLst>
            </p:cNvPr>
            <p:cNvSpPr txBox="1"/>
            <p:nvPr/>
          </p:nvSpPr>
          <p:spPr>
            <a:xfrm>
              <a:off x="7819228" y="4136245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Blue</a:t>
              </a:r>
              <a:endParaRPr lang="en-DK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6B3202-B9BE-1D15-71E9-25CAF69929C2}"/>
                </a:ext>
              </a:extLst>
            </p:cNvPr>
            <p:cNvSpPr txBox="1"/>
            <p:nvPr/>
          </p:nvSpPr>
          <p:spPr>
            <a:xfrm>
              <a:off x="7819228" y="4699706"/>
              <a:ext cx="1883392" cy="3693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Purple</a:t>
              </a:r>
              <a:endParaRPr lang="en-DK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B2DD861-9B8F-23AA-A94B-AF3F81C2F104}"/>
              </a:ext>
            </a:extLst>
          </p:cNvPr>
          <p:cNvSpPr txBox="1"/>
          <p:nvPr/>
        </p:nvSpPr>
        <p:spPr>
          <a:xfrm>
            <a:off x="2196471" y="1846225"/>
            <a:ext cx="296119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You are correct!</a:t>
            </a:r>
          </a:p>
          <a:p>
            <a:endParaRPr lang="en-US" sz="3200" dirty="0"/>
          </a:p>
          <a:p>
            <a:r>
              <a:rPr lang="en-US" sz="3200" dirty="0"/>
              <a:t>This color is</a:t>
            </a:r>
          </a:p>
          <a:p>
            <a:r>
              <a:rPr lang="en-US" sz="3200" dirty="0"/>
              <a:t>Turquoise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B7587-5D47-F7CF-60B0-69123068AE8D}"/>
              </a:ext>
            </a:extLst>
          </p:cNvPr>
          <p:cNvSpPr txBox="1"/>
          <p:nvPr/>
        </p:nvSpPr>
        <p:spPr>
          <a:xfrm>
            <a:off x="6588724" y="1904301"/>
            <a:ext cx="2086853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levels, 0-100:</a:t>
            </a:r>
          </a:p>
          <a:p>
            <a:r>
              <a:rPr lang="en-US" dirty="0"/>
              <a:t>Red 	17</a:t>
            </a:r>
          </a:p>
          <a:p>
            <a:r>
              <a:rPr lang="en-US" dirty="0"/>
              <a:t>Green	79</a:t>
            </a:r>
          </a:p>
          <a:p>
            <a:r>
              <a:rPr lang="en-US" dirty="0"/>
              <a:t>Blue	87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28193-8F73-B70A-EAF6-DCA9D5D6A457}"/>
              </a:ext>
            </a:extLst>
          </p:cNvPr>
          <p:cNvSpPr txBox="1"/>
          <p:nvPr/>
        </p:nvSpPr>
        <p:spPr>
          <a:xfrm>
            <a:off x="4159764" y="5119269"/>
            <a:ext cx="2804916" cy="95410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Press here to continue</a:t>
            </a:r>
            <a:endParaRPr lang="en-DK" sz="2800" dirty="0"/>
          </a:p>
        </p:txBody>
      </p:sp>
    </p:spTree>
    <p:extLst>
      <p:ext uri="{BB962C8B-B14F-4D97-AF65-F5344CB8AC3E}">
        <p14:creationId xmlns:p14="http://schemas.microsoft.com/office/powerpoint/2010/main" val="45121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5749</TotalTime>
  <Words>265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Søndergaard</dc:creator>
  <cp:lastModifiedBy>emilie</cp:lastModifiedBy>
  <cp:revision>1</cp:revision>
  <dcterms:created xsi:type="dcterms:W3CDTF">2026-02-10T22:32:46Z</dcterms:created>
  <dcterms:modified xsi:type="dcterms:W3CDTF">2026-02-23T22:39:55Z</dcterms:modified>
</cp:coreProperties>
</file>